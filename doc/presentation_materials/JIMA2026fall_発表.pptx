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09160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489704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2312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8767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98767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1847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598767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83215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420959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0201503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94111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安定性誘導演算子：PR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path relinking（PR）の誘導解を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移動でたどる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187452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92807" y="1764792"/>
            <a:ext cx="3879799" cy="13350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通常の PR はエリート解どうしを結ぶ．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し，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現在解と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を結ぶ経路をたどり，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その中間解から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の小さい解を選ぶ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37560"/>
            <a:ext cx="5342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9808" y="352044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3410712"/>
            <a:ext cx="387979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到達解を返す．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で変える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690872"/>
            <a:ext cx="5342839" cy="1481327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4745736"/>
            <a:ext cx="4885639" cy="137159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