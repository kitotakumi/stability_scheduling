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5391759" cy="1261872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81912"/>
            <a:ext cx="960120" cy="347472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883664"/>
            <a:ext cx="5099151" cy="10789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272" y="3090672"/>
            <a:ext cx="4697069" cy="309067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33007" y="1755648"/>
            <a:ext cx="5391759" cy="1261872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97599" y="1581912"/>
            <a:ext cx="960120" cy="347472"/>
          </a:xfrm>
          <a:prstGeom prst="roundRect">
            <a:avLst>
              <a:gd name="adj" fmla="val 40000"/>
            </a:avLst>
          </a:prstGeom>
          <a:solidFill>
            <a:srgbClr val="2E1A0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9311" y="1883664"/>
            <a:ext cx="5099151" cy="107899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352" y="3090672"/>
            <a:ext cx="4697069" cy="3090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783080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659050"/>
            <a:ext cx="128016" cy="201168"/>
          </a:xfrm>
          <a:prstGeom prst="roundRect">
            <a:avLst>
              <a:gd name="adj" fmla="val 4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8" y="4659050"/>
            <a:ext cx="128016" cy="201168"/>
          </a:xfrm>
          <a:prstGeom prst="roundRect">
            <a:avLst>
              <a:gd name="adj" fmla="val 4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4613330"/>
            <a:ext cx="347472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解を作る操作（ここが 2 構造の差）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969946"/>
            <a:ext cx="128016" cy="201168"/>
          </a:xfrm>
          <a:prstGeom prst="roundRect">
            <a:avLst>
              <a:gd name="adj" fmla="val 4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8" y="4969946"/>
            <a:ext cx="128016" cy="201168"/>
          </a:xfrm>
          <a:prstGeom prst="roundRect">
            <a:avLst>
              <a:gd name="adj" fmla="val 4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924226"/>
            <a:ext cx="3474720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両者で揃えた局所探索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選択・交叉：2 親を組み替え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686135" y="4178807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923879" y="3044952"/>
            <a:ext cx="0" cy="1133855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997031" y="3428999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28216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691640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226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07568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551176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