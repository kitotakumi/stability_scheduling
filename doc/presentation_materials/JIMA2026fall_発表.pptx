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783080"/>
            <a:ext cx="5342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3703320"/>
            <a:ext cx="5342839" cy="685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 algn="l">
              <a:lnSpc>
                <a:spcPct val="108000"/>
              </a:lnSpc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4572000"/>
            <a:ext cx="534283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20240"/>
            <a:ext cx="5391759" cy="137160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99151" cy="12801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689" y="3383280"/>
            <a:ext cx="4002237" cy="2633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8727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920240"/>
            <a:ext cx="5391759" cy="137160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1965960"/>
            <a:ext cx="5099151" cy="12801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768" y="3383280"/>
            <a:ext cx="4002237" cy="26334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071616"/>
            <a:ext cx="11057839" cy="29260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352044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の処理順序を保った解は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9164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単点探索（ILS：反復局所探索）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現在解は常に 1 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E06C00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局所探索と摂動が別の段で，演算子を摂動に組み込める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2715768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3300984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70048" y="3136392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" y="3886200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0048" y="3721607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" y="4471416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0048" y="430682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968" y="5056632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670048" y="489204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471416" y="5257800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709160" y="4087368"/>
            <a:ext cx="0" cy="1170432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4489704" y="4087368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82312" y="4489703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8727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78727" y="169164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1607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多点探索（Memetic：GA＋局所探索）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複数の解を保持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7327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0F5C28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先行研究で標準的な，GA に局所探索を組み込んだ構成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98767" y="2715768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＋ 無作為に生成した個体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98767" y="3392424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選択・交叉：2 親の染色体を組み替え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81847" y="3136392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598767" y="4069080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81847" y="3813048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598767" y="4745736"/>
            <a:ext cx="3566160" cy="402336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381847" y="4489703"/>
            <a:ext cx="0" cy="23774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83215" y="4946903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0420959" y="3593592"/>
            <a:ext cx="0" cy="1353311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0201503" y="359359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0494111" y="4087368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5760720"/>
            <a:ext cx="11057839" cy="566928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揃えた条件：局所探索（N5 近傍）・目的関数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・初期解に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 を含めること　→　局所探索の有無による差を除いて比較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 — 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76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 を誘導解とする path relinking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提案は PR の誘導解を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に固定すること．解を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に近づける操作になり，両構造に同じ形で組み込める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4087" y="1691640"/>
            <a:ext cx="5440680" cy="44805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2687" y="1783080"/>
            <a:ext cx="4983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1247" y="2240280"/>
            <a:ext cx="5166360" cy="64008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2687" y="2331720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01407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42071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2735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3399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2331720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2687" y="3127248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01407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42071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2735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3399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3127248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5687" y="3584448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2687" y="4005072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1407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2071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2735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3399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4005072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5687" y="4462272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5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2687" y="4882896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01407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42071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82735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23399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4882896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2687" y="5458968"/>
            <a:ext cx="4983480" cy="6400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と順位が異なる作業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1691640"/>
            <a:ext cx="5342839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858207" y="1517904"/>
            <a:ext cx="86868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提案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1801368"/>
            <a:ext cx="39712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通常の path relinking との違い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768096" y="2258568"/>
          <a:ext cx="4940502" cy="126187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17562"/>
                <a:gridCol w="1543907"/>
                <a:gridCol w="2779033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通常の PR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本研究（安定性誘導演算子）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誘導解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探索中の別の良い解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外乱前のスケジュール </a:t>
                      </a:r>
                      <a:r>
                        <a:rPr sz="11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827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に</a:t>
                      </a:r>
                      <a:r>
                        <a:rPr sz="11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固定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ねらい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良い解の間を探索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827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に近づけて</a:t>
                      </a:r>
                      <a:r>
                        <a:rPr sz="11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変更量の小さい解</a:t>
                      </a:r>
                      <a:r>
                        <a:rPr sz="11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を得る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2" name="Rounded Rectangle 41"/>
          <p:cNvSpPr/>
          <p:nvPr/>
        </p:nvSpPr>
        <p:spPr>
          <a:xfrm>
            <a:off x="768096" y="3749040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PR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73936" y="3703320"/>
            <a:ext cx="392551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に到達するまで swap をたどり，経路上で </a:t>
            </a: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が最小の解を返す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8096" y="4270248"/>
            <a:ext cx="8686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PR-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73936" y="4160520"/>
            <a:ext cx="3925519" cy="5852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回の swap で打ち切り，到達解を返す（</a:t>
            </a: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と順位が異なる作業数）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965192"/>
            <a:ext cx="5342839" cy="1207008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528" y="5020055"/>
            <a:ext cx="4885639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停滞したときに，摂動として発動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各個体に確率的に，改善操作として発動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2E1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59368" y="2221992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59368" y="2606040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47287" y="2980944"/>
            <a:ext cx="914400" cy="27432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7488" y="2990088"/>
            <a:ext cx="347472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参考：GA（局所探索なし）を加えて計 7 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52578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の処理順序を保った解）は全手法が探索せずに得るため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1　高安定領域の非劣解（代表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2　高安定 HV（全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安定性誘導演算子の効果が現れる条件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3　全域 HV と AUC（代表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4　全域 HV と AUC（全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