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783080"/>
            <a:ext cx="5342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3703320"/>
            <a:ext cx="5342839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572000"/>
            <a:ext cx="5342839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56816"/>
            <a:ext cx="5391759" cy="146304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02536"/>
            <a:ext cx="5099151" cy="13716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136" y="3511296"/>
            <a:ext cx="4391343" cy="2889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8727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956816"/>
            <a:ext cx="5391759" cy="146304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02536"/>
            <a:ext cx="5099151" cy="13716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215" y="3511296"/>
            <a:ext cx="4391343" cy="2889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問題設定・評価指標・探索構造・安定性誘導演算子・仮説の判定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352044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3666744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16052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6344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9235440" y="3310127"/>
            <a:ext cx="859536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235440" y="3310127"/>
            <a:ext cx="859536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954512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|3−2| ＋ |2−3|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の処理順序を保った解は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の処理順序を保った解）は全手法が探索せずに得るため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9164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単点探索（ILS：反復局所探索）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現在解は常に 1 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E06C00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局所探索と摂動が別の段で，演算子を摂動に組み込める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2770632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3520440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70048" y="3264408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" y="4270248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0048" y="4014215"/>
            <a:ext cx="0" cy="23774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" y="5020056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70048" y="4764024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471416" y="5257800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709160" y="3758184"/>
            <a:ext cx="0" cy="149961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489704" y="3758184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782312" y="4325112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8727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69164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1607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多点探索（Memetic：GA＋局所探索）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複数の解を保持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7327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0F5C28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先行研究で標準的な，GA に局所探索を組み込んだ構成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98767" y="2770632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＋ 無作為に生成した個体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98767" y="3520440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選択・交叉：2 親の染色体を組み替え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81847" y="3264408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598767" y="4270248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81847" y="4014215"/>
            <a:ext cx="0" cy="23774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598767" y="5020056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81847" y="4764024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183215" y="5257800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0420959" y="3758184"/>
            <a:ext cx="0" cy="149961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0201503" y="3758184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494111" y="4325112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760720"/>
            <a:ext cx="11057839" cy="566928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揃えた条件：局所探索（N5 近傍）・目的関数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・初期解に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 を含めること　→　局所探索の有無による差を除いて比較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安定性誘導演算子：PR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path relinking（PR）の誘導解を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移動でたどる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4087" y="1691640"/>
            <a:ext cx="5440680" cy="44805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2687" y="1783080"/>
            <a:ext cx="4983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1247" y="2240280"/>
            <a:ext cx="5166360" cy="64008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2687" y="2331720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01407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42071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82735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3399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2331720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2687" y="3127248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01407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42071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82735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3399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3127248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5687" y="3584448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2687" y="4005072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01407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2071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2735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23399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4005072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5687" y="4462272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5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2687" y="4882896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01407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42071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82735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23399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4882896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2687" y="5458968"/>
            <a:ext cx="4983480" cy="6400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64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と順位が異なる作業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64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1691640"/>
            <a:ext cx="5342839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49808" y="1874520"/>
            <a:ext cx="960120" cy="384048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92807" y="1764792"/>
            <a:ext cx="3879799" cy="13350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通常の PR はエリート解どうしを結ぶ．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本研究では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し，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現在解と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を結ぶ経路をたどり，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その中間解から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の小さい解を選ぶ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3337560"/>
            <a:ext cx="5342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49808" y="3520440"/>
            <a:ext cx="960120" cy="384048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PR-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92807" y="3410712"/>
            <a:ext cx="387979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回の swap で打ち切り，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到達解を返す．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で変える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と順位が異なる作業数）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4690872"/>
            <a:ext cx="5342839" cy="1481327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" y="4745736"/>
            <a:ext cx="4885639" cy="137159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停滞したときに，摂動として発動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各個体に確率的に，改善操作として発動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本研究の主眼は最先端手法との性能競争ではなく，仮説を立てて条件を統制し，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探索構造と演算子の関係を切り分けること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975104"/>
          <a:ext cx="7955280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42247" y="2340864"/>
            <a:ext cx="2782519" cy="7315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参考：GA（局所探索なし）を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加えて計 7 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300984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3273552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712464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を全シナリオで有意に上回れば，支持とみなす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13308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425196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7088" y="422452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66344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を全シナリオで有意に上回れば，支持とみなす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84064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5202936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仮説なし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7088" y="5175504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も，仮説 2 と同じ形で ILS と比較する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833872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1　高安定領域の非劣解（代表 2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2　高安定 HV（全 8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安定性誘導演算子の効果が現れる条件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3　全域 HV と AUC（代表 2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4　全域 HV と AUC（全 8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