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zoo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縦軸は最良値の付近を拡大（↓：範囲外，値を併記）．左の 2 つは ILS が演算子なしで帯の中，右の 2 つは帯の外．全 8 シナリオは前のスライド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8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65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