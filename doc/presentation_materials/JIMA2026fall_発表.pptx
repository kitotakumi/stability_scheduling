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55648"/>
            <a:ext cx="10509199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075688" y="2432303"/>
            <a:ext cx="4020159" cy="274321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4320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71216"/>
            <a:ext cx="24688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246887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432303"/>
            <a:ext cx="1691640" cy="274321"/>
          </a:xfrm>
          <a:prstGeom prst="line">
            <a:avLst/>
          </a:prstGeom>
          <a:ln w="2794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50208" y="2743200"/>
            <a:ext cx="7674559" cy="109728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871216"/>
            <a:ext cx="712591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10128"/>
            <a:ext cx="712591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573268" y="3858768"/>
            <a:ext cx="2214219" cy="53949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50208" y="4434840"/>
            <a:ext cx="32461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4581144"/>
            <a:ext cx="2788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5038344"/>
            <a:ext cx="278892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87487" y="3858768"/>
            <a:ext cx="1805940" cy="539496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2088" y="4434840"/>
            <a:ext cx="4062679" cy="178308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36047" y="4261103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4709159"/>
            <a:ext cx="3550615" cy="141731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3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35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691640"/>
            <a:ext cx="5342839" cy="431236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  <a:p>
            <a:pPr>
              <a:lnSpc>
                <a:spcPct val="108000"/>
              </a:lnSpc>
              <a:spcBef>
                <a:spcPts val="1800"/>
              </a:spcBef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136" y="3291840"/>
            <a:ext cx="4391343" cy="288950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51295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215" y="3291840"/>
            <a:ext cx="4391343" cy="28895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199632"/>
            <a:ext cx="11057839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8600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402336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4169663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66344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6636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初期解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356774"/>
            <a:ext cx="4023360" cy="26473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864608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64608" y="1737360"/>
            <a:ext cx="3242919" cy="384048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単点探索（ILS）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1768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76188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01768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BE4CC"/>
          </a:solidFill>
          <a:ln w="20320">
            <a:solidFill>
              <a:srgbClr val="E0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06C00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76188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01768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76188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01768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76188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68896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406640" y="3611880"/>
            <a:ext cx="0" cy="113385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187184" y="3611880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79792" y="3995928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選定理由：局所探索と摂動が別の段にあり，演算子を摂動に組み込める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1847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81847" y="1737360"/>
            <a:ext cx="3242919" cy="384048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19007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多点探索（Memetic）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19007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＋無作為な個体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19007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選択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93427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519007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7E9DC"/>
          </a:solidFill>
          <a:ln w="20320">
            <a:solidFill>
              <a:srgbClr val="0F5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F5C28"/>
                </a:solidFill>
                <a:latin typeface="Meiryo"/>
                <a:ea typeface="Meiryo"/>
              </a:rPr>
              <a:t>交叉：2 親を組み替え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593427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519007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593427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519007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593427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686135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923879" y="3044952"/>
            <a:ext cx="0" cy="1700784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0704423" y="304495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997031" y="3712463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64727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選定理由：先行研究で標準的な，GA に局所探索を組み込んだ構成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760720"/>
            <a:ext cx="11057839" cy="502920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提案：安定性誘導演算子（PR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28216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7" y="1691640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12264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2075688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pic>
        <p:nvPicPr>
          <p:cNvPr id="12" name="Picture 11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551176"/>
            <a:ext cx="5532120" cy="364013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2E1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仮説の外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