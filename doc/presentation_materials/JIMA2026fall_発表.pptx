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22402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41605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50292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291840"/>
            <a:ext cx="4391343" cy="288950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51295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291840"/>
            <a:ext cx="4391343" cy="2889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8600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402336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4169663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6344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6636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356774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BE4CC"/>
          </a:solidFill>
          <a:ln w="20320">
            <a:solidFill>
              <a:srgbClr val="E0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06C00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選択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7E9DC"/>
          </a:solidFill>
          <a:ln w="20320">
            <a:solidFill>
              <a:srgbClr val="0F5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F5C28"/>
                </a:solidFill>
                <a:latin typeface="Meiryo"/>
                <a:ea typeface="Meiryo"/>
              </a:rPr>
              <a:t>交叉：2 親を組み替え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519007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93427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86135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923879" y="3044952"/>
            <a:ext cx="0" cy="1700784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97031" y="3712463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28216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691640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226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07568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551176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