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も外乱前の値＋遅延量を超えない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処理順序を変えるほど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は下げられるが，変更量は増える（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）．変更コストが無視できない現場で選ばれるのは，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 ＝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88620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→ 手法に問われるのは，フロント全体の質に加えて，</a:t>
            </a:r>
          </a:p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高安定領域にどれだけ良い解を出せるか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75488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本研究では，フロントの質を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探索構造の差は検証されておらず，その差を測る形式も，差を補う操作もない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Pareto フロント全体を保って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高安定領域の解を生む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：高安定領域の解を「選ぶ」ことはできるが，「作る」のは交叉や局所探索などの探索演算子のまま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：解を高安定領域に閉じ込めるので，範囲外（変更量が大きく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が小さい）の Pareto フロントは得られない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Pareto フロント全体を保ったまま，高安定領域の解を能動的に作る操作は，どちらにもない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問題設定・評価指標・探索構造・安定性誘導演算子・仮説の判定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54512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|3−2| ＋ |2−3|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09160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489704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2312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8767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98767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1847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598767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83215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420959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0201503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94111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安定性誘導演算子：PR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path relinking（PR）の誘導解を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移動でたどる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187452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92807" y="1764792"/>
            <a:ext cx="3879799" cy="13350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通常の PR はエリート解どうしを結ぶ．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し，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現在解と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を結ぶ経路をたどり，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その中間解から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の小さい解を選ぶ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37560"/>
            <a:ext cx="5342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9808" y="352044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3410712"/>
            <a:ext cx="387979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到達解を返す．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で変える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690872"/>
            <a:ext cx="5342839" cy="1481327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4745736"/>
            <a:ext cx="4885639" cy="137159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