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提案手法：安定性誘導演算子（PR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1701241" y="2553004"/>
            <a:ext cx="0" cy="534010"/>
          </a:xfrm>
          <a:prstGeom prst="line">
            <a:avLst/>
          </a:prstGeom>
          <a:ln w="19050">
            <a:solidFill>
              <a:srgbClr val="16385C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09217" y="2728569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2137" y="2726740"/>
            <a:ext cx="526708" cy="405994"/>
          </a:xfrm>
          <a:prstGeom prst="line">
            <a:avLst/>
          </a:prstGeom>
          <a:ln w="20320">
            <a:solidFill>
              <a:srgbClr val="6A4C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5693" y="2949854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2297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dumb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2560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値は各シナリオの最良値を 1 とした中央値．矢印は演算子なしからの有意な変化（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&lt; 0.05）だけに引く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つ（la36L・ta21L）だけ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65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系を追い越す．到達値は演算子を組み込んだ Memetic が最大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