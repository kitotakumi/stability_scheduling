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89" y="3383280"/>
            <a:ext cx="4002237" cy="2633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768" y="3383280"/>
            <a:ext cx="4002237" cy="2633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071616"/>
            <a:ext cx="11057839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30098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136392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388620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3721607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447141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30682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" y="5056632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0048" y="489204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709160" y="4087368"/>
            <a:ext cx="0" cy="1170432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489704" y="4087368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2312" y="4489703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98767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98767" y="339242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3136392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406908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381304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8767" y="474573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381847" y="4489703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83215" y="4946903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420959" y="3593592"/>
            <a:ext cx="0" cy="1353311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1503" y="359359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494111" y="4087368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 — 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76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 を誘導解とする path relinking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提案は PR 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に固定すること．解を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に近づける操作になり，両構造に同じ形で組み込める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858207" y="1517904"/>
            <a:ext cx="86868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提案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6" y="2075688"/>
            <a:ext cx="960120" cy="347472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65376" y="1965960"/>
            <a:ext cx="383407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8096" y="2734056"/>
            <a:ext cx="960120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65376" y="2532888"/>
            <a:ext cx="3834079" cy="7498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誘導解を初期スケジュール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し，解を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に近づける操作にする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8096" y="3300984"/>
            <a:ext cx="4940503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68096" y="3520440"/>
            <a:ext cx="960120" cy="347472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65376" y="3410712"/>
            <a:ext cx="383407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に到達するまで swap をたどり，経路上で 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が最小の解を返す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8096" y="4087368"/>
            <a:ext cx="960120" cy="347472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25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65376" y="3977639"/>
            <a:ext cx="383407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で打ち切り，到達解を返す（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で変える）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4828031"/>
            <a:ext cx="5342839" cy="1344168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528" y="4882895"/>
            <a:ext cx="4885639" cy="123444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59368" y="2221992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59368" y="2606040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7" y="2980944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2990088"/>
            <a:ext cx="347472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参考：GA（局所探索なし）を加えて計 7 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