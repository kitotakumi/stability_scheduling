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zoo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縦軸は最良値の付近を拡大（↓：範囲外，値を併記）．S／L は同じインスタンスで外乱の規模が小／大．全 8 シナリオは前のスライド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65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