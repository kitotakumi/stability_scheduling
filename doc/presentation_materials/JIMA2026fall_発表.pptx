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9404"/>
            <a:ext cx="2286000" cy="393192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89404"/>
            <a:ext cx="1773936" cy="3931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製造現場では，機械故障や作業遅延などにより，スケジュール通りに作業を実行できないことがある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089404"/>
            <a:ext cx="3474720" cy="1874519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089404"/>
            <a:ext cx="2962656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4375404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4375404"/>
            <a:ext cx="2962656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外乱に対してロバストなスケジュールを事前に作成する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4375404"/>
            <a:ext cx="42912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4375404"/>
            <a:ext cx="3779215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89404"/>
            <a:ext cx="4291279" cy="1874519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36047" y="1915668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2089404"/>
            <a:ext cx="3779215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40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40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80360" y="3026664"/>
            <a:ext cx="448056" cy="0"/>
          </a:xfrm>
          <a:prstGeom prst="line">
            <a:avLst/>
          </a:prstGeom>
          <a:ln w="3048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80360" y="5198364"/>
            <a:ext cx="448056" cy="0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0" y="3026664"/>
            <a:ext cx="448055" cy="2171700"/>
          </a:xfrm>
          <a:prstGeom prst="bentConnector3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58000" y="3026664"/>
            <a:ext cx="448055" cy="0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46750" y="2606039"/>
            <a:ext cx="0" cy="1298449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72430" y="2404872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546750" y="4837176"/>
            <a:ext cx="0" cy="1298448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272430" y="4636008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6007608" y="3131820"/>
            <a:ext cx="320040" cy="133045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73368" y="1965960"/>
            <a:ext cx="5251399" cy="20574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74536" y="2057400"/>
            <a:ext cx="4849063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  <a:p>
            <a:pPr>
              <a:lnSpc>
                <a:spcPct val="105000"/>
              </a:lnSpc>
            </a:pPr>
            <a:r>
              <a:rPr sz="1300" b="1" i="0">
                <a:solidFill>
                  <a:srgbClr val="B03A2E"/>
                </a:solidFill>
                <a:latin typeface="Meiryo"/>
                <a:ea typeface="Meiryo"/>
              </a:rPr>
              <a:t>（スケジュール変更コスト）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74536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67647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74536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67647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下流工程・外注先への
予定変更の波及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999067" y="4069080"/>
            <a:ext cx="0" cy="448056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373368" y="4562856"/>
            <a:ext cx="5251399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617720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74536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74536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65976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0467" y="5065776"/>
            <a:ext cx="457200" cy="10698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227667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227667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19107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691640"/>
            <a:ext cx="5342839" cy="431236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  <a:p>
            <a:pPr>
              <a:lnSpc>
                <a:spcPct val="108000"/>
              </a:lnSpc>
              <a:spcBef>
                <a:spcPts val="1800"/>
              </a:spcBef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291840"/>
            <a:ext cx="4391343" cy="288950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291840"/>
            <a:ext cx="4391343" cy="2889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402336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3794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80136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21992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185416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660904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