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5391759" cy="1261872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81912"/>
            <a:ext cx="960120" cy="347472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883664"/>
            <a:ext cx="5099151" cy="10789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272" y="3090672"/>
            <a:ext cx="4697069" cy="309067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33007" y="1755648"/>
            <a:ext cx="5391759" cy="1261872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97599" y="1581912"/>
            <a:ext cx="960120" cy="347472"/>
          </a:xfrm>
          <a:prstGeom prst="roundRect">
            <a:avLst>
              <a:gd name="adj" fmla="val 40000"/>
            </a:avLst>
          </a:prstGeom>
          <a:solidFill>
            <a:srgbClr val="2E1A0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9311" y="1883664"/>
            <a:ext cx="5099151" cy="10789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352" y="3090672"/>
            <a:ext cx="4697069" cy="3090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55648"/>
            <a:ext cx="4480560" cy="29482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321808" y="1737360"/>
            <a:ext cx="30143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8968" y="1737360"/>
            <a:ext cx="27399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3248" y="2286000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1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3248" y="2852928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91223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13248" y="3419856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91223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13248" y="3986783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91223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13248" y="4553712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1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91223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787487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025231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805775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098383" y="3995928"/>
            <a:ext cx="64008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5074920"/>
            <a:ext cx="301431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10447" y="1737360"/>
            <a:ext cx="30143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47607" y="1737360"/>
            <a:ext cx="27399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01887" y="2286000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1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1887" y="2852928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選択・交叉：2 親を組み替え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79863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701887" y="3419856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9863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701887" y="3986783"/>
            <a:ext cx="2355951" cy="38404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79863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076127" y="4178807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1313871" y="3044952"/>
            <a:ext cx="0" cy="1133855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094415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387023" y="3428999"/>
            <a:ext cx="64008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10447" y="5074920"/>
            <a:ext cx="301431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669280"/>
            <a:ext cx="11057839" cy="530352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8216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691640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226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07568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551176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