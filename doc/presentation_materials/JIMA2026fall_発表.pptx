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89" y="3383280"/>
            <a:ext cx="4002237" cy="2633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768" y="3383280"/>
            <a:ext cx="4002237" cy="2633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071616"/>
            <a:ext cx="11057839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669280" cy="37303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10528" y="1691640"/>
            <a:ext cx="5114239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10528" y="1691640"/>
            <a:ext cx="5114239" cy="402336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1691640"/>
            <a:ext cx="474847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15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2185416"/>
            <a:ext cx="4711903" cy="89611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初期解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局所探索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（N5 近傍）→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摂動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（数手の insert 移動）→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局所探索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受理判定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が改善すれば更新）→ 摂動に戻って反復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3081528"/>
            <a:ext cx="4711903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3630168"/>
            <a:ext cx="5114239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0528" y="3630168"/>
            <a:ext cx="5114239" cy="402336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3630168"/>
            <a:ext cx="474847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15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4123944"/>
            <a:ext cx="4711903" cy="89611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初期集団（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＋無作為に生成した個体）→ 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選択・交叉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（2 親の染色体を組み替え）→ 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突然変異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→ 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局所探索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（N5 近傍，各個体）→ 世代交代して反復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5020056"/>
            <a:ext cx="4711903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69280"/>
            <a:ext cx="11057839" cy="530352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8216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691640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226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07568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551176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